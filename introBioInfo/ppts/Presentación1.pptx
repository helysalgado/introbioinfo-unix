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93" d="100"/>
          <a:sy n="93" d="100"/>
        </p:scale>
        <p:origin x="3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212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70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28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731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470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362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071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499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14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651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43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E2090-19ED-284C-86A0-0D0256A9A914}" type="datetimeFigureOut">
              <a:rPr lang="es-MX" smtClean="0"/>
              <a:t>13/08/25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025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oj de pared – Dibujos para relojes">
            <a:extLst>
              <a:ext uri="{FF2B5EF4-FFF2-40B4-BE49-F238E27FC236}">
                <a16:creationId xmlns:a16="http://schemas.microsoft.com/office/drawing/2014/main" id="{89B53260-8D9D-D258-FB2C-486C4391C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213" y="4820074"/>
            <a:ext cx="2333574" cy="233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E1A643D-3CC3-C4B4-C443-8FEC50AF9CF7}"/>
              </a:ext>
            </a:extLst>
          </p:cNvPr>
          <p:cNvSpPr txBox="1"/>
          <p:nvPr/>
        </p:nvSpPr>
        <p:spPr>
          <a:xfrm>
            <a:off x="2151246" y="7153648"/>
            <a:ext cx="2555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i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Estoy Trabajando…</a:t>
            </a:r>
          </a:p>
        </p:txBody>
      </p:sp>
    </p:spTree>
    <p:extLst>
      <p:ext uri="{BB962C8B-B14F-4D97-AF65-F5344CB8AC3E}">
        <p14:creationId xmlns:p14="http://schemas.microsoft.com/office/powerpoint/2010/main" val="3977017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3</Words>
  <Application>Microsoft Macintosh PowerPoint</Application>
  <PresentationFormat>Carta (216 x 279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2</cp:revision>
  <cp:lastPrinted>2025-08-13T15:26:17Z</cp:lastPrinted>
  <dcterms:created xsi:type="dcterms:W3CDTF">2024-08-07T16:56:32Z</dcterms:created>
  <dcterms:modified xsi:type="dcterms:W3CDTF">2025-08-13T15:26:21Z</dcterms:modified>
</cp:coreProperties>
</file>