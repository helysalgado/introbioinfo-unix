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E0B4"/>
    <a:srgbClr val="FFF2C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405"/>
  </p:normalViewPr>
  <p:slideViewPr>
    <p:cSldViewPr snapToGrid="0">
      <p:cViewPr>
        <p:scale>
          <a:sx n="99" d="100"/>
          <a:sy n="99" d="100"/>
        </p:scale>
        <p:origin x="392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56A11F-C6DA-EDCB-5D82-0A5A7D1E44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245816F-BAEF-7D70-5C71-362A5E20C9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0FFC31-4E34-041E-571A-D570AEB8F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D8D6A-1D34-E34D-A50D-B619520EC55C}" type="datetimeFigureOut">
              <a:rPr lang="es-MX" smtClean="0"/>
              <a:t>28/10/24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A43214-A6A0-B2FA-A894-82908614C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D660E0-0BF2-69C6-5F1B-4A9F9E22A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30DCF-9D49-2341-B1CE-AF0F7BA0B39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24587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3B1685-DD38-6C97-92B6-D3A0E434A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978833-7193-48CA-5C2E-54FEC202E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DB24D3-0735-3798-B423-BED80E57F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D8D6A-1D34-E34D-A50D-B619520EC55C}" type="datetimeFigureOut">
              <a:rPr lang="es-MX" smtClean="0"/>
              <a:t>28/10/24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345796-8B6D-D248-0288-EA6AB9CFE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25118C-DE56-D180-5303-F1ECEE4D6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30DCF-9D49-2341-B1CE-AF0F7BA0B39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27991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32F06-A913-1E3D-A405-222B6237B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B39B33-A880-A08F-4027-A67D62A2BF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9FC185D-EE4F-C1E5-1B43-DD2799576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D8D6A-1D34-E34D-A50D-B619520EC55C}" type="datetimeFigureOut">
              <a:rPr lang="es-MX" smtClean="0"/>
              <a:t>28/10/24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DBDC62-2E7A-9F4C-00A7-A9718C25B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B4F98C-1453-9A1E-3FE4-BC8BA613D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30DCF-9D49-2341-B1CE-AF0F7BA0B39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47616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23D7B2-D790-7BD4-A247-9D522DD45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1CAAEB-D4E6-E856-29A8-BE7D286075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6F08811-6744-5662-CB3B-F5A82B1CAA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24EA0EE-2757-19DA-7CD9-C840D9A9D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D8D6A-1D34-E34D-A50D-B619520EC55C}" type="datetimeFigureOut">
              <a:rPr lang="es-MX" smtClean="0"/>
              <a:t>28/10/24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1E07D04-7893-FACF-B161-D324F2ADF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7F73827-5BD1-822B-B636-2EA15B4B4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30DCF-9D49-2341-B1CE-AF0F7BA0B39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95231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86225C-DF73-9D43-9B22-DDC7C7730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82B5088-24A2-6C58-FB6A-8EFB6DE36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E403F90-8442-AD84-A52B-4A4AC2389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66A19EF-EAA8-23F3-37D1-E6B6F22561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6B12C59-9903-9F00-6958-E37F76541B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7CA2FDE-054A-A0D6-2770-D7F7C78F3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D8D6A-1D34-E34D-A50D-B619520EC55C}" type="datetimeFigureOut">
              <a:rPr lang="es-MX" smtClean="0"/>
              <a:t>28/10/24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1B76538-709F-12D9-E335-17A221A86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2699D3D-0CA2-19D6-B950-AF319E282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30DCF-9D49-2341-B1CE-AF0F7BA0B39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31909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71AF05-3204-C7B2-C478-427B2BD4A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A7D496C-DBA7-CBF0-10C5-C90DFD530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D8D6A-1D34-E34D-A50D-B619520EC55C}" type="datetimeFigureOut">
              <a:rPr lang="es-MX" smtClean="0"/>
              <a:t>28/10/24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0177E9F-FB02-8763-36E7-90EE28C7A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2ABD6A8-4202-E859-39D3-89C575B56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30DCF-9D49-2341-B1CE-AF0F7BA0B39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10739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DD6DB1F-6F26-C105-8724-B516DA97C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D8D6A-1D34-E34D-A50D-B619520EC55C}" type="datetimeFigureOut">
              <a:rPr lang="es-MX" smtClean="0"/>
              <a:t>28/10/24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BD33C32-AD2A-2249-C098-B566623BC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4867A20-CAD8-D5AA-5A6F-285FA96FE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30DCF-9D49-2341-B1CE-AF0F7BA0B39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56547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396A7C-3582-A591-4469-EE96EB20B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0E2E53-E32B-B59E-2430-18A25A4759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B1611D8-A238-5708-AAF9-5BD46F3DEE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C2DF24C-3338-8A61-448D-000CAFC03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D8D6A-1D34-E34D-A50D-B619520EC55C}" type="datetimeFigureOut">
              <a:rPr lang="es-MX" smtClean="0"/>
              <a:t>28/10/24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CC92282-DC9F-C877-C290-F5FA87EE9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531D17-6F09-B13D-34D8-22D9DD2CD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30DCF-9D49-2341-B1CE-AF0F7BA0B39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34145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5DAC53-BA33-6FF0-F6EB-C7CE29B21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5B73CCB-8984-D160-FBAD-3778D1C65C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F85CED4-B34D-11B8-65DB-512D09A53A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63600B1-15F3-68A2-0B4B-27A7B06FE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D8D6A-1D34-E34D-A50D-B619520EC55C}" type="datetimeFigureOut">
              <a:rPr lang="es-MX" smtClean="0"/>
              <a:t>28/10/24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35572A4-F515-91F6-40C5-3BF0B950B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1B7081B-CAC7-274D-4AA9-CD2B39189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30DCF-9D49-2341-B1CE-AF0F7BA0B39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66478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1BF92E-0626-D152-FD80-7BB98990B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B28B9C8-6BD3-AB5C-999E-2B78A417A6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95DF86-60D6-BF0D-7BD9-DE8C8A8F3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D8D6A-1D34-E34D-A50D-B619520EC55C}" type="datetimeFigureOut">
              <a:rPr lang="es-MX" smtClean="0"/>
              <a:t>28/10/24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27122E-F766-AC66-1593-5132DBB39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997E7D2-76E2-B4CC-CCAE-B882EC8D4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30DCF-9D49-2341-B1CE-AF0F7BA0B39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03801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9E7F559-FEA4-6876-EE4D-48CF9E793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877653E-27EC-E93A-BFDC-9E931AD710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74DFF3-4698-B27F-6C34-C2512B66C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D8D6A-1D34-E34D-A50D-B619520EC55C}" type="datetimeFigureOut">
              <a:rPr lang="es-MX" smtClean="0"/>
              <a:t>28/10/24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3C8412-0A84-34E0-1DFF-B65C98E5F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F5B6F7-B699-C580-142E-F41C62C5F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30DCF-9D49-2341-B1CE-AF0F7BA0B39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38814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618E702-EBE1-4DB1-AAFC-F1B0326B5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279ED45-C676-10C9-F361-5C59E33E72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48B0CB5-FDED-2858-00BC-7E94E5C28D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DD8D6A-1D34-E34D-A50D-B619520EC55C}" type="datetimeFigureOut">
              <a:rPr lang="es-MX" smtClean="0"/>
              <a:t>28/10/24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F353CE9-515B-D161-7795-95D8C7018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010E11-DE89-B63F-3E48-A23B2BDB1B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30DCF-9D49-2341-B1CE-AF0F7BA0B39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29925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91D8675E-2C62-27A4-F5C9-053400B54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480" y="1009364"/>
            <a:ext cx="10987060" cy="3420396"/>
          </a:xfrm>
          <a:prstGeom prst="rect">
            <a:avLst/>
          </a:prstGeom>
        </p:spPr>
      </p:pic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D5CB91A8-647F-43C7-5ACE-E73B47CA0C67}"/>
              </a:ext>
            </a:extLst>
          </p:cNvPr>
          <p:cNvSpPr/>
          <p:nvPr/>
        </p:nvSpPr>
        <p:spPr>
          <a:xfrm>
            <a:off x="774212" y="914400"/>
            <a:ext cx="532328" cy="3637280"/>
          </a:xfrm>
          <a:prstGeom prst="roundRect">
            <a:avLst/>
          </a:prstGeom>
          <a:solidFill>
            <a:srgbClr val="FFFFFF">
              <a:alpha val="0"/>
            </a:srgb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8D68DD9-658D-67FD-A4B7-46D31B7BCD36}"/>
              </a:ext>
            </a:extLst>
          </p:cNvPr>
          <p:cNvSpPr txBox="1"/>
          <p:nvPr/>
        </p:nvSpPr>
        <p:spPr>
          <a:xfrm>
            <a:off x="845332" y="518112"/>
            <a:ext cx="10970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chemeClr val="accent6">
                    <a:lumMod val="75000"/>
                  </a:schemeClr>
                </a:solidFill>
              </a:rPr>
              <a:t>$1                      $2                                 $3                         $4      …..                                                                  $N</a:t>
            </a:r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8937A6D9-17D0-198E-809E-70954E8E609B}"/>
              </a:ext>
            </a:extLst>
          </p:cNvPr>
          <p:cNvSpPr/>
          <p:nvPr/>
        </p:nvSpPr>
        <p:spPr>
          <a:xfrm>
            <a:off x="1691640" y="914400"/>
            <a:ext cx="1478280" cy="3637280"/>
          </a:xfrm>
          <a:prstGeom prst="roundRect">
            <a:avLst/>
          </a:prstGeom>
          <a:solidFill>
            <a:srgbClr val="FFFFFF">
              <a:alpha val="0"/>
            </a:srgb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70183565-D3AE-8DC5-F21B-E2153D39F493}"/>
              </a:ext>
            </a:extLst>
          </p:cNvPr>
          <p:cNvSpPr/>
          <p:nvPr/>
        </p:nvSpPr>
        <p:spPr>
          <a:xfrm>
            <a:off x="3707420" y="914400"/>
            <a:ext cx="1382740" cy="3637280"/>
          </a:xfrm>
          <a:prstGeom prst="roundRect">
            <a:avLst/>
          </a:prstGeom>
          <a:solidFill>
            <a:srgbClr val="FFFFFF">
              <a:alpha val="0"/>
            </a:srgb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1" name="Rectángulo redondeado 10">
            <a:extLst>
              <a:ext uri="{FF2B5EF4-FFF2-40B4-BE49-F238E27FC236}">
                <a16:creationId xmlns:a16="http://schemas.microsoft.com/office/drawing/2014/main" id="{C1AF362D-9A4A-CC5B-86CD-DCE12B85A998}"/>
              </a:ext>
            </a:extLst>
          </p:cNvPr>
          <p:cNvSpPr/>
          <p:nvPr/>
        </p:nvSpPr>
        <p:spPr>
          <a:xfrm>
            <a:off x="5475260" y="900922"/>
            <a:ext cx="864580" cy="3637280"/>
          </a:xfrm>
          <a:prstGeom prst="roundRect">
            <a:avLst/>
          </a:prstGeom>
          <a:solidFill>
            <a:srgbClr val="FFFFFF">
              <a:alpha val="0"/>
            </a:srgb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D7EF2710-5D33-512B-5C47-7EFFD3A0A85D}"/>
              </a:ext>
            </a:extLst>
          </p:cNvPr>
          <p:cNvSpPr/>
          <p:nvPr/>
        </p:nvSpPr>
        <p:spPr>
          <a:xfrm>
            <a:off x="6502490" y="914400"/>
            <a:ext cx="864580" cy="3637280"/>
          </a:xfrm>
          <a:prstGeom prst="roundRect">
            <a:avLst/>
          </a:prstGeom>
          <a:solidFill>
            <a:srgbClr val="FFFFFF">
              <a:alpha val="0"/>
            </a:srgb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3" name="Rectángulo redondeado 12">
            <a:extLst>
              <a:ext uri="{FF2B5EF4-FFF2-40B4-BE49-F238E27FC236}">
                <a16:creationId xmlns:a16="http://schemas.microsoft.com/office/drawing/2014/main" id="{01DA3DDD-65BE-063B-0AF0-1C558F878F69}"/>
              </a:ext>
            </a:extLst>
          </p:cNvPr>
          <p:cNvSpPr/>
          <p:nvPr/>
        </p:nvSpPr>
        <p:spPr>
          <a:xfrm>
            <a:off x="640080" y="900922"/>
            <a:ext cx="11266460" cy="369078"/>
          </a:xfrm>
          <a:prstGeom prst="roundRect">
            <a:avLst/>
          </a:prstGeom>
          <a:solidFill>
            <a:srgbClr val="FFF2CC">
              <a:alpha val="21961"/>
            </a:srgb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A8A8AD1-8A3E-6BB2-0098-5A958BBC5132}"/>
              </a:ext>
            </a:extLst>
          </p:cNvPr>
          <p:cNvSpPr txBox="1"/>
          <p:nvPr/>
        </p:nvSpPr>
        <p:spPr>
          <a:xfrm>
            <a:off x="76108" y="914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>
                <a:solidFill>
                  <a:schemeClr val="accent2">
                    <a:lumMod val="50000"/>
                  </a:schemeClr>
                </a:solidFill>
              </a:rPr>
              <a:t>$0</a:t>
            </a:r>
          </a:p>
        </p:txBody>
      </p:sp>
      <p:sp>
        <p:nvSpPr>
          <p:cNvPr id="15" name="Rectángulo redondeado 14">
            <a:extLst>
              <a:ext uri="{FF2B5EF4-FFF2-40B4-BE49-F238E27FC236}">
                <a16:creationId xmlns:a16="http://schemas.microsoft.com/office/drawing/2014/main" id="{46812B22-1C2C-9C62-FE19-BB19934F54D4}"/>
              </a:ext>
            </a:extLst>
          </p:cNvPr>
          <p:cNvSpPr/>
          <p:nvPr/>
        </p:nvSpPr>
        <p:spPr>
          <a:xfrm>
            <a:off x="7566258" y="887444"/>
            <a:ext cx="1692622" cy="3637280"/>
          </a:xfrm>
          <a:prstGeom prst="roundRect">
            <a:avLst/>
          </a:prstGeom>
          <a:solidFill>
            <a:srgbClr val="FFFFFF">
              <a:alpha val="0"/>
            </a:srgb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6" name="Rectángulo redondeado 15">
            <a:extLst>
              <a:ext uri="{FF2B5EF4-FFF2-40B4-BE49-F238E27FC236}">
                <a16:creationId xmlns:a16="http://schemas.microsoft.com/office/drawing/2014/main" id="{BFDC52F6-96E9-6EAA-8C30-CAAD38CE2355}"/>
              </a:ext>
            </a:extLst>
          </p:cNvPr>
          <p:cNvSpPr/>
          <p:nvPr/>
        </p:nvSpPr>
        <p:spPr>
          <a:xfrm>
            <a:off x="9538856" y="887444"/>
            <a:ext cx="2422491" cy="3637280"/>
          </a:xfrm>
          <a:prstGeom prst="roundRect">
            <a:avLst/>
          </a:prstGeom>
          <a:solidFill>
            <a:srgbClr val="FFFFFF">
              <a:alpha val="0"/>
            </a:srgb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7" name="Rectángulo redondeado 16">
            <a:extLst>
              <a:ext uri="{FF2B5EF4-FFF2-40B4-BE49-F238E27FC236}">
                <a16:creationId xmlns:a16="http://schemas.microsoft.com/office/drawing/2014/main" id="{3101CCE4-0CEA-1725-7AE6-EAE6AF33D551}"/>
              </a:ext>
            </a:extLst>
          </p:cNvPr>
          <p:cNvSpPr/>
          <p:nvPr/>
        </p:nvSpPr>
        <p:spPr>
          <a:xfrm>
            <a:off x="788617" y="900922"/>
            <a:ext cx="508690" cy="369078"/>
          </a:xfrm>
          <a:prstGeom prst="roundRect">
            <a:avLst/>
          </a:prstGeom>
          <a:solidFill>
            <a:schemeClr val="accent6">
              <a:lumMod val="40000"/>
              <a:lumOff val="60000"/>
              <a:alpha val="37709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8" name="Rectángulo redondeado 17">
            <a:extLst>
              <a:ext uri="{FF2B5EF4-FFF2-40B4-BE49-F238E27FC236}">
                <a16:creationId xmlns:a16="http://schemas.microsoft.com/office/drawing/2014/main" id="{56F14D0D-7093-BBBA-2B44-E623A37ACF34}"/>
              </a:ext>
            </a:extLst>
          </p:cNvPr>
          <p:cNvSpPr/>
          <p:nvPr/>
        </p:nvSpPr>
        <p:spPr>
          <a:xfrm>
            <a:off x="1721230" y="922031"/>
            <a:ext cx="1448690" cy="347969"/>
          </a:xfrm>
          <a:prstGeom prst="roundRect">
            <a:avLst/>
          </a:prstGeom>
          <a:solidFill>
            <a:schemeClr val="accent6">
              <a:lumMod val="40000"/>
              <a:lumOff val="60000"/>
              <a:alpha val="37709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9" name="Rectángulo redondeado 18">
            <a:extLst>
              <a:ext uri="{FF2B5EF4-FFF2-40B4-BE49-F238E27FC236}">
                <a16:creationId xmlns:a16="http://schemas.microsoft.com/office/drawing/2014/main" id="{CFBCF9B8-5D5B-AA83-7B07-DB548FAE168D}"/>
              </a:ext>
            </a:extLst>
          </p:cNvPr>
          <p:cNvSpPr/>
          <p:nvPr/>
        </p:nvSpPr>
        <p:spPr>
          <a:xfrm>
            <a:off x="3688811" y="911476"/>
            <a:ext cx="1382740" cy="347969"/>
          </a:xfrm>
          <a:prstGeom prst="roundRect">
            <a:avLst/>
          </a:prstGeom>
          <a:solidFill>
            <a:schemeClr val="accent6">
              <a:lumMod val="40000"/>
              <a:lumOff val="60000"/>
              <a:alpha val="37709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0" name="Rectángulo redondeado 19">
            <a:extLst>
              <a:ext uri="{FF2B5EF4-FFF2-40B4-BE49-F238E27FC236}">
                <a16:creationId xmlns:a16="http://schemas.microsoft.com/office/drawing/2014/main" id="{2E5A54C8-AC8F-276C-36EB-0B54980573C1}"/>
              </a:ext>
            </a:extLst>
          </p:cNvPr>
          <p:cNvSpPr/>
          <p:nvPr/>
        </p:nvSpPr>
        <p:spPr>
          <a:xfrm>
            <a:off x="5459340" y="900922"/>
            <a:ext cx="880500" cy="347969"/>
          </a:xfrm>
          <a:prstGeom prst="roundRect">
            <a:avLst/>
          </a:prstGeom>
          <a:solidFill>
            <a:schemeClr val="accent6">
              <a:lumMod val="40000"/>
              <a:lumOff val="60000"/>
              <a:alpha val="37709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1" name="Flecha abajo 20">
            <a:extLst>
              <a:ext uri="{FF2B5EF4-FFF2-40B4-BE49-F238E27FC236}">
                <a16:creationId xmlns:a16="http://schemas.microsoft.com/office/drawing/2014/main" id="{F0A4E560-DE76-3D68-8603-50FA09010F40}"/>
              </a:ext>
            </a:extLst>
          </p:cNvPr>
          <p:cNvSpPr/>
          <p:nvPr/>
        </p:nvSpPr>
        <p:spPr>
          <a:xfrm>
            <a:off x="230653" y="1283732"/>
            <a:ext cx="167425" cy="11977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Rectángulo redondeado 21">
            <a:extLst>
              <a:ext uri="{FF2B5EF4-FFF2-40B4-BE49-F238E27FC236}">
                <a16:creationId xmlns:a16="http://schemas.microsoft.com/office/drawing/2014/main" id="{5C932DC7-44F2-9A67-9B5A-CCF86D0D0407}"/>
              </a:ext>
            </a:extLst>
          </p:cNvPr>
          <p:cNvSpPr/>
          <p:nvPr/>
        </p:nvSpPr>
        <p:spPr>
          <a:xfrm>
            <a:off x="640080" y="4140860"/>
            <a:ext cx="11453182" cy="347969"/>
          </a:xfrm>
          <a:prstGeom prst="roundRect">
            <a:avLst/>
          </a:prstGeom>
          <a:solidFill>
            <a:srgbClr val="FFF2CC">
              <a:alpha val="21961"/>
            </a:srgb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3AF3C22A-D695-72BF-555D-E69D9B8430DB}"/>
              </a:ext>
            </a:extLst>
          </p:cNvPr>
          <p:cNvSpPr txBox="1"/>
          <p:nvPr/>
        </p:nvSpPr>
        <p:spPr>
          <a:xfrm>
            <a:off x="227021" y="414086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>
                <a:solidFill>
                  <a:schemeClr val="accent2">
                    <a:lumMod val="50000"/>
                  </a:schemeClr>
                </a:solidFill>
              </a:rPr>
              <a:t>$0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D6F6414-DF7C-8CB4-3FA1-39FC9A89A530}"/>
              </a:ext>
            </a:extLst>
          </p:cNvPr>
          <p:cNvSpPr txBox="1"/>
          <p:nvPr/>
        </p:nvSpPr>
        <p:spPr>
          <a:xfrm>
            <a:off x="788617" y="4621024"/>
            <a:ext cx="10970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chemeClr val="accent6">
                    <a:lumMod val="75000"/>
                  </a:schemeClr>
                </a:solidFill>
              </a:rPr>
              <a:t>$1                      $2                                 $3                         $4      …..                                                                  $N</a:t>
            </a:r>
          </a:p>
        </p:txBody>
      </p:sp>
      <p:sp>
        <p:nvSpPr>
          <p:cNvPr id="28" name="Rectángulo redondeado 27">
            <a:extLst>
              <a:ext uri="{FF2B5EF4-FFF2-40B4-BE49-F238E27FC236}">
                <a16:creationId xmlns:a16="http://schemas.microsoft.com/office/drawing/2014/main" id="{28761522-CB36-A119-7334-B816243954FD}"/>
              </a:ext>
            </a:extLst>
          </p:cNvPr>
          <p:cNvSpPr/>
          <p:nvPr/>
        </p:nvSpPr>
        <p:spPr>
          <a:xfrm>
            <a:off x="6487875" y="923995"/>
            <a:ext cx="880500" cy="347969"/>
          </a:xfrm>
          <a:prstGeom prst="roundRect">
            <a:avLst/>
          </a:prstGeom>
          <a:solidFill>
            <a:schemeClr val="accent6">
              <a:lumMod val="40000"/>
              <a:lumOff val="60000"/>
              <a:alpha val="37709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9" name="Rectángulo redondeado 28">
            <a:extLst>
              <a:ext uri="{FF2B5EF4-FFF2-40B4-BE49-F238E27FC236}">
                <a16:creationId xmlns:a16="http://schemas.microsoft.com/office/drawing/2014/main" id="{8CB38256-DD98-F996-BB90-6A9CD3DFB76A}"/>
              </a:ext>
            </a:extLst>
          </p:cNvPr>
          <p:cNvSpPr/>
          <p:nvPr/>
        </p:nvSpPr>
        <p:spPr>
          <a:xfrm>
            <a:off x="7575490" y="922030"/>
            <a:ext cx="1667469" cy="347969"/>
          </a:xfrm>
          <a:prstGeom prst="roundRect">
            <a:avLst/>
          </a:prstGeom>
          <a:solidFill>
            <a:schemeClr val="accent6">
              <a:lumMod val="40000"/>
              <a:lumOff val="60000"/>
              <a:alpha val="37709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30" name="Rectángulo redondeado 29">
            <a:extLst>
              <a:ext uri="{FF2B5EF4-FFF2-40B4-BE49-F238E27FC236}">
                <a16:creationId xmlns:a16="http://schemas.microsoft.com/office/drawing/2014/main" id="{F87D2312-6732-10F7-A6D4-120D47099136}"/>
              </a:ext>
            </a:extLst>
          </p:cNvPr>
          <p:cNvSpPr/>
          <p:nvPr/>
        </p:nvSpPr>
        <p:spPr>
          <a:xfrm>
            <a:off x="9545325" y="908807"/>
            <a:ext cx="2361215" cy="347969"/>
          </a:xfrm>
          <a:prstGeom prst="roundRect">
            <a:avLst/>
          </a:prstGeom>
          <a:solidFill>
            <a:schemeClr val="accent6">
              <a:lumMod val="40000"/>
              <a:lumOff val="60000"/>
              <a:alpha val="37709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962484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1360</TotalTime>
  <Words>26</Words>
  <Application>Microsoft Macintosh PowerPoint</Application>
  <PresentationFormat>Panorámica</PresentationFormat>
  <Paragraphs>4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Microsoft Office User</cp:lastModifiedBy>
  <cp:revision>1</cp:revision>
  <dcterms:created xsi:type="dcterms:W3CDTF">2024-10-29T04:23:49Z</dcterms:created>
  <dcterms:modified xsi:type="dcterms:W3CDTF">2024-10-30T03:04:23Z</dcterms:modified>
</cp:coreProperties>
</file>