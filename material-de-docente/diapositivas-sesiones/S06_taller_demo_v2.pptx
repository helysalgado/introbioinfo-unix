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4"/>
    <p:restoredTop sz="87089"/>
  </p:normalViewPr>
  <p:slideViewPr>
    <p:cSldViewPr snapToGrid="0" snapToObjects="1">
      <p:cViewPr varScale="1">
        <p:scale>
          <a:sx n="105" d="100"/>
          <a:sy n="105" d="100"/>
        </p:scale>
        <p:origin x="2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14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presente S6 como cierre de U2. No es un repaso de comandos ni un examen sorpresa: la pregunta es si el estudiante puede sostener con evidencia lo que afirma sobre su proyecto.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salidas observables, comparación con referencias previas y un protocolo que pueda seguir otra persona.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~ es una expansión del shell. La ruta absoluta comienza en / y se obtiene con pwd dentro del proyecto.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solo describe el estado actual; no demuestra que el archivo no haya cambiado desde S3.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la diapositiva para conducir la demostración y pedir interpretación, no memorización.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docente: pida una afirmación + evidencia, no solo un semáforo. La frase debe distinguir lo verificado de lo todavía pendiente.
[Sources]
- https://helysalgado.github.io/introbioinfo-unix/u2-s6-consolidacion-entorno-unix.html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0314F"/>
                </a:solidFill>
              </a:rPr>
              <a:t>Introducción a la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0314F"/>
                </a:solidFill>
              </a:rPr>
              <a:t>Bioinformática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627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515F"/>
                </a:solidFill>
              </a:rPr>
              <a:t>LCG · UNAM · 2026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5515F"/>
                </a:solidFill>
              </a:rPr>
              <a:t>Unidad 2 · Sesión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395728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0314F"/>
                </a:solidFill>
              </a:rPr>
              <a:t>Consolidar: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0314F"/>
                </a:solidFill>
              </a:rPr>
              <a:t>demostrar que el entorno está listo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13232" y="3584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5515F"/>
                </a:solidFill>
              </a:rPr>
              <a:t>Taller en vivo · evidencia · revisión por pares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234440"/>
            <a:ext cx="1965960" cy="155448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3807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F"/>
                </a:solidFill>
              </a:rPr>
              <a:t>AFIRMACIÓN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0" y="1673352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“Creo que está bien”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41080" y="2011680"/>
            <a:ext cx="640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72600" y="1234440"/>
            <a:ext cx="1965960" cy="155448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55480" y="13807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EVIDENCIA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55480" y="1673352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“Puedo demostrarlo”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2461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72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S3–S5  →  comprobar  →  contrastar  →  documentar  →  revisar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queremos lograr hoy?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965960" cy="187452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550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ACCESO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947672"/>
            <a:ext cx="1600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reconectar y situarse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1965960" cy="187452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6550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ESTRUCTURA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947672"/>
            <a:ext cx="1600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contrastar lo real con lo declarado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1508760"/>
            <a:ext cx="1965960" cy="187452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6550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INTEGRIDAD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947672"/>
            <a:ext cx="1600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comparar S3 con S6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1508760"/>
            <a:ext cx="1965960" cy="187452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6550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PERMISOS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947672"/>
            <a:ext cx="1600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justificar lo mínimo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555480" y="1508760"/>
            <a:ext cx="1965960" cy="187452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16550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PROTOCOLO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38360" y="1947672"/>
            <a:ext cx="16002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probarlo con otra persona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Producto: doc/protocolo.md revisado + evidencias comprobadas + doc/checksums-u2.txt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tendría que mostrar otra persona para convencerte de que su proyecto está realmente listo?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sesión dejó un producto… y una deuda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29184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S3 · CONECTAR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56232"/>
            <a:ext cx="29260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SSH + transferencia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Deuda: ¿puedo reconectar?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¿siguen íntegros?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9184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S4 · ORGANIZAR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856232"/>
            <a:ext cx="29260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proyecto-ecoli/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Deuda: ¿el árbol real coincide?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29184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S5 · OPERAR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1856232"/>
            <a:ext cx="292608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copias + permisos + procesos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Deuda: ¿qué quedó y por qué?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251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S6 no construye otro proyecto: vuelve sobre lo construido y lo demuestra.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diferencia hay entre “lo hice” y “puedo demostrar que sigue bien”?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Afirmación ≠ evidencia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00400" cy="237744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636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F"/>
                </a:solidFill>
              </a:rPr>
              <a:t>RECUERDO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28346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“Sí, lo hice en S4.”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No es verificable.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00400" cy="237744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636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387"/>
                </a:solidFill>
              </a:rPr>
              <a:t>AFIRMACIÓN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856232"/>
            <a:ext cx="28346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“data/source/ está ahí.”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Todavía no basta.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200400" cy="237744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5636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EVIDENCIA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1856232"/>
            <a:ext cx="28346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ls -R + checksum comparado con S3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Otra persona puede comprobarlo.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¿Cuál de las tres respuestas podrías verificar sin tener que creerle al autor?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de memoria: no lo corrijas todavía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298448"/>
            <a:ext cx="2834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447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Ruta absoluta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¿Cuál creo que 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1298448"/>
            <a:ext cx="32918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4447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F"/>
                </a:solidFill>
              </a:rPr>
              <a:t>MI PREDICCIÓN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1737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¿Cuál creo que es?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9480" y="1298448"/>
            <a:ext cx="3977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4447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COMPROBACIÓN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52360" y="173736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¿Con qué la compruebo?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258568"/>
            <a:ext cx="2834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4048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data/source/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¿Qué archivos hay?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2258568"/>
            <a:ext cx="32918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2404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F"/>
                </a:solidFill>
              </a:rPr>
              <a:t>MI PREDICCIÓN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2697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¿Qué archivos hay?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69480" y="2258568"/>
            <a:ext cx="3977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4048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COMPROBACIÓN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26974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¿Con qué lo compruebo?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3218688"/>
            <a:ext cx="2834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364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Permisos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6576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¿Cómo creo que están?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94760" y="3218688"/>
            <a:ext cx="32918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F"/>
                </a:solidFill>
              </a:rPr>
              <a:t>MI PREDICCIÓN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77640" y="3657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¿Cómo creo que están?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69480" y="3218688"/>
            <a:ext cx="3977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336499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COMPROBACIÓN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52360" y="365760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¿Con qué lo compruebo?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" y="4178808"/>
            <a:ext cx="2834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3251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Integridad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46177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¿Siguen iguales?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794760" y="4178808"/>
            <a:ext cx="32918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77640" y="43251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F"/>
                </a:solidFill>
              </a:rPr>
              <a:t>MI PREDICCIÓN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77640" y="46177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¿Siguen iguales?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69480" y="4178808"/>
            <a:ext cx="3977640" cy="749808"/>
          </a:xfrm>
          <a:prstGeom prst="roundRect">
            <a:avLst>
              <a:gd name="adj" fmla="val 487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43251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COMPROBACIÓN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52360" y="46177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¿Con qué lo demuestro?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¿En qué fila te cuesta más proponer una comprobación? Esa es una pista de aprendizaje.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S6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dinámica del taller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645920" cy="141732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55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1 · PREDECIR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47672"/>
            <a:ext cx="1280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memoria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645920" cy="141732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655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2 · COMPROBAR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947672"/>
            <a:ext cx="1280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servidor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1645920" cy="141732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55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3 · CONTRASTAR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1947672"/>
            <a:ext cx="1280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real vs declarado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508760"/>
            <a:ext cx="1645920" cy="141732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55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4 · DECIDIR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1947672"/>
            <a:ext cx="1280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corregir con razón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83880" y="1508760"/>
            <a:ext cx="1645920" cy="141732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655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5 · DOCUMENTAR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1947672"/>
            <a:ext cx="1280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protocolo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04120" y="1508760"/>
            <a:ext cx="1645920" cy="141732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16550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6 · REVISAR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87000" y="1947672"/>
            <a:ext cx="1280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otra persona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703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Patrón de cada práctica: afirmación → evidencia → interpretación → decisión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¿En qué momento aparece realmente la evidencia: antes o después de ejecutar?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2 · ACCESO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Reconecta y sitúate sin ayuda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720840" cy="3611880"/>
          </a:xfrm>
          <a:prstGeom prst="roundRect">
            <a:avLst>
              <a:gd name="adj" fmla="val 1013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81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3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 ●  ●   terminal remota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6208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[LOCAL]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ssh [USUARIO]@[SERVIDOR]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[REMOTO]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hostname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whoami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~/proyecto-ecoli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pwd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26680" y="146304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6093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OBSERVA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09560" y="1901952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máquina · usuario · directorio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6680" y="278892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9352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REGISTRA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3227832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ruta absoluta devuelta por pwd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26680" y="411480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42611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387"/>
                </a:solidFill>
              </a:rPr>
              <a:t>COMPARA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4553712"/>
            <a:ext cx="3108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¿coincidió con tu memoria?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¿Por qué ~/proyecto-ecoli no es una ruta absoluta?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absoluta: la evidencia es la salida real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4389120" cy="219456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63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F"/>
                </a:solidFill>
              </a:rPr>
              <a:t>ATAJO DEL SHELL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856232"/>
            <a:ext cx="40233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~/proyecto-ecoli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Útil para navegar, pero contiene ~.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389120" cy="219456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563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RUTA ABSOLUTA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1856232"/>
            <a:ext cx="40233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/home/alumna/proyecto-ecoli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Empieza en / y no depende de ~.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2519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En el protocolo: registra lo observado, no una ruta inventada para el ejemplo.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salida copiarías al protocolo como evidencia de la ruta real?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3 · ESTRUCTURA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árbol real frente al declarado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760720" cy="3566160"/>
          </a:xfrm>
          <a:prstGeom prst="roundRect">
            <a:avLst>
              <a:gd name="adj" fmla="val 1026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361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3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 ●  ●   terminal remota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874520"/>
            <a:ext cx="52486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~/proyecto-ecoli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-R ~/proyecto-ecoli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1417320"/>
            <a:ext cx="4389120" cy="960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563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1 · COINCIDE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95160" y="1856232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lo esperado está donde corresponde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12280" y="2560320"/>
            <a:ext cx="4389120" cy="960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706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2 · SOBRA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95160" y="2999232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restos de S5 → requieren decisión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3703320"/>
            <a:ext cx="4389120" cy="960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8496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4442"/>
                </a:solidFill>
              </a:rPr>
              <a:t>3 · FALTA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4142232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elementos declarados que no aparecen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Si aparece un archivo que no esperabas, ¿el problema es que exista o que no sepas por qué existe?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sobra no se borra automáticamente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108960" cy="237744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63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CONSERVAR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856232"/>
            <a:ext cx="27432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porque tiene una función explícita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y queda documentada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108960" cy="237744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63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387"/>
                </a:solidFill>
              </a:rPr>
              <a:t>MOVER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856232"/>
            <a:ext cx="27432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a la carpeta que corresponde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y registrar la corrección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108960" cy="2377440"/>
          </a:xfrm>
          <a:prstGeom prst="roundRect">
            <a:avLst>
              <a:gd name="adj" fmla="val 1538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563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4442"/>
                </a:solidFill>
              </a:rPr>
              <a:t>ELIMINAR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1856232"/>
            <a:ext cx="27432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solo si entiendes qué 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y por qué ya no se necesita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27"/>
                </a:solidFill>
              </a:rPr>
              <a:t>REGLA: no elimines nada de data/source/. Si algo sobra ahí, detente y consulta.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evidencia conservarías de una corrección hecha hoy?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4 · INTEGRIDAD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Primero: recupera la referencia de S3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800600" cy="228600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6362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S3 · REFERENCIA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4434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genes_ecoli.gff  →  SHA-256 [registrado]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genes_ecoli-metadatos.md → SHA-256 [registrado]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417320"/>
            <a:ext cx="4800600" cy="228600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56362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S6 · AHORA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20840" y="1856232"/>
            <a:ext cx="4434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volver a calcular SHA-256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para los archivos de data/source/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40680" y="2560320"/>
            <a:ext cx="914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920240" y="4251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La evidencia histórica aparece al comparar S3 ↔ S6.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demostraría un checksum calculado hoy si no tuvieras el valor de S3?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4 · INTEGRIDAD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hoy y compara con S3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720840" cy="3611880"/>
          </a:xfrm>
          <a:prstGeom prst="roundRect">
            <a:avLst>
              <a:gd name="adj" fmla="val 1013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81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3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 ●  ●   terminal remota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624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~/proyecto-ecoli/data/source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genes_ecoli.gff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abc123...  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genes_ecoli.gff</a:t>
            </a:r>
            <a:endParaRPr lang="en-US" sz="1400" dirty="0">
              <a:solidFill>
                <a:srgbClr val="FFFFFF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genes_ecoli-metadatos.md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def456...  genes_ecoli-metadatos.md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26680" y="1508760"/>
            <a:ext cx="3474720" cy="128016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6550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S3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09560" y="194767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abc123...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def456...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6680" y="2971800"/>
            <a:ext cx="3474720" cy="128016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31181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S6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341071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abc123...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def456...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4526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7D5A"/>
                </a:solidFill>
              </a:rPr>
              <a:t>COINCIDEN → evidencia de continuidad del contenido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frase completa podrías escribir ahora en el protocolo?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4 · INTEGRIDAD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Después: deja una comprobación repetible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7498080" cy="3794760"/>
          </a:xfrm>
          <a:prstGeom prst="roundRect">
            <a:avLst>
              <a:gd name="adj" fmla="val 964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3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 ●  ●   terminal remota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74520"/>
            <a:ext cx="69860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~/proyecto-ecoli/data/source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genes_ecoli.gff genes_ecoli-metadatos.md &gt; </a:t>
            </a: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guarda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</a:t>
            </a: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checksums-u2.txt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nano checksums-u2.txt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sha256sum -c ../../doc/checksums-u2.txt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genes_ecoli.gff: OK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genes_ecoli-metadatos.md: 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0" y="1554480"/>
            <a:ext cx="2971800" cy="1325880"/>
          </a:xfrm>
          <a:prstGeom prst="roundRect">
            <a:avLst>
              <a:gd name="adj" fmla="val 275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70078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IMPORTANTE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0" y="1993392"/>
            <a:ext cx="2606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OK compara contra el archivo de sumas actual.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3108960"/>
            <a:ext cx="2971800" cy="1600200"/>
          </a:xfrm>
          <a:prstGeom prst="roundRect">
            <a:avLst>
              <a:gd name="adj" fmla="val 2286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325526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CONTINUIDAD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0" y="3547872"/>
            <a:ext cx="26060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La comparación S3 ↔ S6 es la evidencia de que no cambiaron desde S3.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¿Por qué crear checksums-u2.txt y obtener OK inmediatamente no basta para demostrar continuidad desde S3?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no significa </a:t>
            </a:r>
            <a:r>
              <a:rPr lang="en-US" sz="2500" b="1" dirty="0" err="1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automáticamente</a:t>
            </a: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“</a:t>
            </a:r>
            <a:r>
              <a:rPr lang="en-US" sz="2500" b="1" dirty="0" err="1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corrupto</a:t>
            </a: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r>
              <a:rPr lang="en-US" sz="2500" b="1" dirty="0" err="1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inservible</a:t>
            </a: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33756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6362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1 · RUTA / ARCHIVO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56232"/>
            <a:ext cx="29718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¿estás comparando el archivo correcto?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¿desde el directorio correcto?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56362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2 · REGISTRO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856232"/>
            <a:ext cx="29718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¿el checksum de S3 se copió correctamente?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33756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56362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4442"/>
                </a:solidFill>
              </a:rPr>
              <a:t>3 · CAMBIO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1856232"/>
            <a:ext cx="29718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¿se editó o guardó accidentalmente el archivo?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4343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14F"/>
                </a:solidFill>
              </a:rPr>
              <a:t>Diagnostica antes de restaurar o reemplazar.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Si aparece FAILED, ¿qué revisarías antes de concluir que el archivo está corrupto?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5 · PERMISOS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¿Cada permiso tiene una razón?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669280" cy="3337560"/>
          </a:xfrm>
          <a:prstGeom prst="roundRect">
            <a:avLst>
              <a:gd name="adj" fmla="val 1096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81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3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 ●  ●   terminal remota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5157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 ~/proyecto-ecoli/data/source/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-l ~/proyecto-ecoli/src/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417320"/>
            <a:ext cx="4480560" cy="960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5636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DATOS FUENTE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85623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lectura · sin ejecución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2560320"/>
            <a:ext cx="4480560" cy="960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7066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387"/>
                </a:solidFill>
              </a:rPr>
              <a:t>DOCUMENTACIÓN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299923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lectura + escritura del dueño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3703320"/>
            <a:ext cx="4480560" cy="96012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8496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SCRIPTS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414223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ejecución solo si se ejecutan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permiso sería difícil de justificar en genes_ecoli.gff?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5 · PERMISOS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 solo lo que puedas justificar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15468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636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4442"/>
                </a:solidFill>
              </a:rPr>
              <a:t>DETECTA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278892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archivo con permiso que no necesita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15468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636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CORRIGE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856232"/>
            <a:ext cx="278892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chmod simbólico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sobre un archivo concreto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154680" cy="2331720"/>
          </a:xfrm>
          <a:prstGeom prst="roundRect">
            <a:avLst>
              <a:gd name="adj" fmla="val 1569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5636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COMPRUEBA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1856232"/>
            <a:ext cx="278892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ls -l antes y después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+ argumento escrito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297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No “normalices” permisos por costumbre. El criterio es necesidad, no uniformidad.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debe acompañar a cada chmod para que sea una decisión reproducible?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6 · PARES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500" b="1" dirty="0" err="1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</a:t>
            </a: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pares: </a:t>
            </a:r>
            <a:r>
              <a:rPr lang="en-US" sz="2500" b="1" dirty="0" err="1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</a:t>
            </a: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verificamos el documento, no el servidor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246120" cy="2743200"/>
          </a:xfrm>
          <a:prstGeom prst="roundRect">
            <a:avLst>
              <a:gd name="adj" fmla="val 1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721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AUTOR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28803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Entrega su protocolo.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No explica oralmente lo que quiso decir.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246120" cy="2743200"/>
          </a:xfrm>
          <a:prstGeom prst="roundRect">
            <a:avLst>
              <a:gd name="adj" fmla="val 1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721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REVISOR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764792"/>
            <a:ext cx="28803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Intenta seguirlo sin preguntar.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Marca el primer punto que no puede reproducir.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246120" cy="2743200"/>
          </a:xfrm>
          <a:prstGeom prst="roundRect">
            <a:avLst>
              <a:gd name="adj" fmla="val 1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4721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AUTOR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1764792"/>
            <a:ext cx="28803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Recibe preguntas.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Corrige su propio protocolo y registra qué cambió.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descubrimos cuando alguien intenta seguir nuestro protocolo sin poder preguntarnos?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POR PARES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estados para leer el protocolo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154680" cy="224028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636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✓ CLARO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56232"/>
            <a:ext cx="27889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Puedo entender qué hacer, dónde y con qué evidencia.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154680" cy="224028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636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? FALTA INFORMACIÓN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856232"/>
            <a:ext cx="27889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Entiendo la intención, pero falta contexto para repetirla.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154680" cy="224028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5636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4442"/>
                </a:solidFill>
              </a:rPr>
              <a:t>⚠ NO PUEDO VERIFICAR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1856232"/>
            <a:ext cx="27889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Hay una afirmación sin evidencia reproducible.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diferencia hay entre “falta información” y “no puedo verificar”?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POR PARES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preguntas, no reescribas el trabajo ajeno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51560" y="1280160"/>
            <a:ext cx="480060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4264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PREGUNTA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7190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¿Dónde se ejecuta esto?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480060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264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PREGUNTA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7190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¿De dónde sale este valor?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2423160"/>
            <a:ext cx="480060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5694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PREGUNTA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8620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¿Qué comando produjo esta salida?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480060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5694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PREGUNTA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8620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¿Por qué esta decisión y no otra?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3566160"/>
            <a:ext cx="480060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7124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PREGUNTA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40050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¿Qué evidencia sostiene esta afirmación?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¿Por qué es mejor devolver una pregunta que corregir directamente el protocolo de tu pareja?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se agrega al protocolo en S6?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3383280" cy="10972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26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ESTADO VERIFICADO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7190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acceso · estructura · integridad · permisos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280160"/>
            <a:ext cx="3383280" cy="10972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26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DIFERENCIAS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7190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declarado vs real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383280" cy="10972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426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387"/>
                </a:solidFill>
              </a:rPr>
              <a:t>CORRECCIONES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17190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qué cambió · origen · argumento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697480"/>
            <a:ext cx="3383280" cy="10972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8437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REVISIÓN POR PARES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1363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observaciones + cambios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2697480"/>
            <a:ext cx="3383280" cy="10972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8437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4442"/>
                </a:solidFill>
              </a:rPr>
              <a:t>LIMITACIONES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31363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qué no pudo comprobarse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2440" y="2697480"/>
            <a:ext cx="3383280" cy="109728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8437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PREGUNTAS U3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31363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qué faltará con datos externos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343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No reescribir S3–S5: S6 registra las verificaciones y las correcciones de hoy.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¿Por qué conviene registrar una corrección en S6 en vez de borrar la historia anterior?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7 · PREPARAR U3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 el proyecto listo para recibir datos externos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6126480" cy="3474720"/>
          </a:xfrm>
          <a:prstGeom prst="roundRect">
            <a:avLst>
              <a:gd name="adj" fmla="val 1053"/>
            </a:avLst>
          </a:prstGeom>
          <a:solidFill>
            <a:srgbClr val="0B1728"/>
          </a:solidFill>
          <a:ln w="12700">
            <a:solidFill>
              <a:srgbClr val="0B1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81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3B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 ●  ●   terminal remota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561441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cd ~/proyecto-ecoli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ls -R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nano README.md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comprobar data/processed/ y results/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describir qué representa cada directorio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78040" y="1417320"/>
            <a:ext cx="397764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156362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PROCEDENCIA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0920" y="18562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¿de qué base, versión y fecha?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78040" y="2514600"/>
            <a:ext cx="397764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26609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INTEGRIDAD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29535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¿hay checksum publicado por la fuente?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3611880"/>
            <a:ext cx="3977640" cy="9144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37581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387"/>
                </a:solidFill>
              </a:rPr>
              <a:t>CONTENIDO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60920" y="40507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¿cómo inspeccionar algo que no cabe en pantalla?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cambia cuando el archivo ya no fue creado por ti?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ya puedes afirmar… y lo que todavía no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257800" cy="3566160"/>
          </a:xfrm>
          <a:prstGeom prst="roundRect">
            <a:avLst>
              <a:gd name="adj" fmla="val 1026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2646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D5A"/>
                </a:solidFill>
              </a:rPr>
              <a:t>YA PUEDO SOSTENER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48920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✓ accedo y sé dónde estoy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✓ conozco el árbol real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✓ comparé integridad S3 ↔ S6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✓ justifico permisos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✓ otra persona intentó seguir mi protocolo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257800" cy="3566160"/>
          </a:xfrm>
          <a:prstGeom prst="roundRect">
            <a:avLst>
              <a:gd name="adj" fmla="val 1026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2646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TODAVÍA NO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6520" y="1719072"/>
            <a:ext cx="48920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— verificar contra checksum publicado por la fuente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— caracterizar archivos muy grandes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— documentar procedencia de un dato externo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— responder aún la pregunta biológica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¿Por qué reconocer lo que todavía no puedes afirmar también es parte de un buen protocolo?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existir al terminar S6?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72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doc/protocolo.md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7647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evidencias + correcciones + pares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72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doc/checksums-u2.txt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7647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verificación repetible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3258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472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README.md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58200" y="17647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el proyecto se explica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009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árbol verificado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5935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ls -R coincide con lo declarado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31546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009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permisos justificados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5935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ls -l + argumento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75320" y="31546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3009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preguntas U3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58200" y="35935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límites reconocidos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Si solo pudieras revisar tres evidencias antes de cerrar U2, ¿cuáles elegirías y por qué?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que S6 debe hacer visibles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16636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8074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Máquina equivocada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73352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hostname + pwd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16636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8074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~ como ruta absoluta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73352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pwd dentro del proyecto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516636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9806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Corregir sin registrar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090672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anotar origen + razón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16636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79806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FAILED sin diagnóstico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090672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ruta → referencia → cambio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516636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1538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chmod demasiado amplio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507992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archivo concreto + simbólico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5166360" cy="1143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21538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Borrar “sobrantes”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507992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decidir antes de actuar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¿Cuál de estos errores podría dejar un proyecto “bonito” pero no reproducible?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de las comprobaciones de S6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72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SITUARSE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7647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hostname · whoami · pwd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72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ESTRUCTURA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7647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ls -R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3258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472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INTEGRIDAD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58200" y="17647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sha256sum · sha256sum -c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009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PERMISOS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5935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ls -l · chmod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31546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009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DOCUMENTAR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5935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README.md · protocolo.md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75320" y="3154680"/>
            <a:ext cx="3383280" cy="1463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3009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</a:rPr>
              <a:t>REVISAR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58200" y="35935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728"/>
                </a:solidFill>
              </a:rPr>
              <a:t>lectura por pares + corrección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983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14F"/>
                </a:solidFill>
              </a:rPr>
              <a:t>S6 no introduce herramientas nuevas: cambia la pregunta que les hacemos.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comando nuevo aprendiste hoy? La respuesta ideal es: ninguno.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12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Recuerda esto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6539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Introducción a la Bioinformática · LCG UNAM ·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0927080" y="3200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5515F"/>
                </a:solidFill>
              </a:rPr>
              <a:t>S6 · 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728"/>
                </a:solidFill>
              </a:rPr>
              <a:t>1  Una afirmación no es evidencia.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8"/>
                </a:solidFill>
              </a:rPr>
              <a:t>2  La evidencia debe poder comprobarla otra persona.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8"/>
                </a:solidFill>
              </a:rPr>
              <a:t>3  Integridad histórica = referencia S3 + comparación S6.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8"/>
                </a:solidFill>
              </a:rPr>
              <a:t>4  checksums-u2.txt hace repetible la verificación futura.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8"/>
                </a:solidFill>
              </a:rPr>
              <a:t>5  Un permiso necesita una justificación.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8"/>
                </a:solidFill>
              </a:rPr>
              <a:t>6  Un protocolo se prueba cuando otra persona intenta seguirlo.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B1728"/>
                </a:solidFill>
              </a:rPr>
              <a:t>7  Hasta S6 preparamos el entorno; todavía no respondemos la pregunta biológica.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227"/>
                </a:solidFill>
              </a:rPr>
              <a:t>Semáforo de salida:  VERDE · AMARILLO · ROJO  +  una deuda que llevas a U3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5806440"/>
            <a:ext cx="11109960" cy="502920"/>
          </a:xfrm>
          <a:prstGeom prst="roundRect">
            <a:avLst>
              <a:gd name="adj" fmla="val 9091"/>
            </a:avLst>
          </a:prstGeom>
          <a:solidFill>
            <a:srgbClr val="FBF7E8"/>
          </a:solidFill>
          <a:ln w="12700">
            <a:solidFill>
              <a:srgbClr val="E7D9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593445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67712" y="587959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¿Qué afirmación sobre tu proyecto puedes sostener hoy con una evidencia que antes no tenías?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3496</Words>
  <Application>Microsoft Macintosh PowerPoint</Application>
  <PresentationFormat>Panorámica</PresentationFormat>
  <Paragraphs>494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Aptos</vt:lpstr>
      <vt:lpstr>Aptos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LCG · UNAM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S6 — Consolidar el entorno Unix</dc:title>
  <dc:subject>S6 consolidacion entorno Unix</dc:subject>
  <dc:creator>OpenAI</dc:creator>
  <cp:lastModifiedBy>Microsoft Office User</cp:lastModifiedBy>
  <cp:revision>2</cp:revision>
  <dcterms:created xsi:type="dcterms:W3CDTF">2026-09-15T23:08:12Z</dcterms:created>
  <dcterms:modified xsi:type="dcterms:W3CDTF">2026-09-15T23:25:58Z</dcterms:modified>
</cp:coreProperties>
</file>