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324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696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oj colgante de pared acrílico con dibujo de gato, decoración de pared  Adorable decorativa de 24x30cm para habitación de invitados, resistente y  ver | Bodega Aurrera en línea">
            <a:extLst>
              <a:ext uri="{FF2B5EF4-FFF2-40B4-BE49-F238E27FC236}">
                <a16:creationId xmlns:a16="http://schemas.microsoft.com/office/drawing/2014/main" id="{9B09EE5E-8FD0-5362-FE52-93F6E311B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125" y="3441775"/>
            <a:ext cx="3110386" cy="311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320040" y="3185160"/>
            <a:ext cx="7132320" cy="0"/>
          </a:xfrm>
          <a:prstGeom prst="line">
            <a:avLst/>
          </a:prstGeom>
          <a:noFill/>
          <a:ln w="1397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057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DOBLAR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20040" y="6370320"/>
            <a:ext cx="7132320" cy="0"/>
          </a:xfrm>
          <a:prstGeom prst="line">
            <a:avLst/>
          </a:prstGeom>
          <a:noFill/>
          <a:ln w="13970">
            <a:solidFill>
              <a:srgbClr val="173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2423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DOBLAR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9555480"/>
            <a:ext cx="7132320" cy="0"/>
          </a:xfrm>
          <a:prstGeom prst="line">
            <a:avLst/>
          </a:prstGeom>
          <a:noFill/>
          <a:ln w="13970">
            <a:solidFill>
              <a:srgbClr val="173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4274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DOBLAR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31089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TERMINÉ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8229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 nombre es: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1234440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0"/>
            </a:srgbClr>
          </a:solidFill>
          <a:ln w="1905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88920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A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este lado mira al profesor: ya terminé.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33959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6F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NECESITO TIEMPO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4815261"/>
            <a:ext cx="1379583" cy="16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este lado mira al profesor: necesito unos minutos.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86200" y="4507748"/>
            <a:ext cx="0" cy="0"/>
          </a:xfrm>
          <a:prstGeom prst="line">
            <a:avLst/>
          </a:prstGeom>
          <a:noFill/>
          <a:ln w="20320">
            <a:solidFill>
              <a:srgbClr val="1732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8263" y="4430643"/>
            <a:ext cx="6423" cy="0"/>
          </a:xfrm>
          <a:prstGeom prst="line">
            <a:avLst/>
          </a:prstGeom>
          <a:noFill/>
          <a:ln w="6985">
            <a:solidFill>
              <a:srgbClr val="1732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318" y="4445064"/>
            <a:ext cx="12776" cy="0"/>
          </a:xfrm>
          <a:prstGeom prst="line">
            <a:avLst/>
          </a:prstGeom>
          <a:noFill/>
          <a:ln w="6985">
            <a:solidFill>
              <a:srgbClr val="1732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58367" y="4468925"/>
            <a:ext cx="18988" cy="0"/>
          </a:xfrm>
          <a:prstGeom prst="line">
            <a:avLst/>
          </a:prstGeom>
          <a:noFill/>
          <a:ln w="6985">
            <a:solidFill>
              <a:srgbClr val="1732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44433" y="4501963"/>
            <a:ext cx="24993" cy="0"/>
          </a:xfrm>
          <a:prstGeom prst="line">
            <a:avLst/>
          </a:prstGeom>
          <a:noFill/>
          <a:ln w="6985">
            <a:solidFill>
              <a:srgbClr val="17324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527967" y="4501963"/>
            <a:ext cx="0" cy="0"/>
          </a:xfrm>
          <a:prstGeom prst="line">
            <a:avLst/>
          </a:prstGeom>
          <a:noFill/>
          <a:ln w="6985">
            <a:solidFill>
              <a:srgbClr val="17324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14033" y="4468925"/>
            <a:ext cx="0" cy="0"/>
          </a:xfrm>
          <a:prstGeom prst="line">
            <a:avLst/>
          </a:prstGeom>
          <a:noFill/>
          <a:ln w="6985">
            <a:solidFill>
              <a:srgbClr val="17324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03082" y="4445064"/>
            <a:ext cx="0" cy="0"/>
          </a:xfrm>
          <a:prstGeom prst="line">
            <a:avLst/>
          </a:prstGeom>
          <a:noFill/>
          <a:ln w="6985">
            <a:solidFill>
              <a:srgbClr val="17324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94137" y="4430643"/>
            <a:ext cx="0" cy="0"/>
          </a:xfrm>
          <a:prstGeom prst="line">
            <a:avLst/>
          </a:prstGeom>
          <a:noFill/>
          <a:ln w="6985">
            <a:solidFill>
              <a:srgbClr val="17324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2920" y="6690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/ INSTRUCCIONES DE DOBLEZ</a:t>
            </a:r>
            <a:endParaRPr lang="en-US" sz="1900" dirty="0"/>
          </a:p>
        </p:txBody>
      </p:sp>
      <p:sp>
        <p:nvSpPr>
          <p:cNvPr id="89" name="Text 87"/>
          <p:cNvSpPr/>
          <p:nvPr/>
        </p:nvSpPr>
        <p:spPr>
          <a:xfrm>
            <a:off x="914400" y="7193280"/>
            <a:ext cx="5943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Dobla por las líneas punteadas.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Forma un triángulo de mesa.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Pega la pestaña inferior por detrás de esta base.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1005840" y="8125968"/>
            <a:ext cx="5760720" cy="548640"/>
          </a:xfrm>
          <a:prstGeom prst="roundRect">
            <a:avLst/>
          </a:prstGeom>
          <a:solidFill>
            <a:srgbClr val="EAF5FF"/>
          </a:solidFill>
          <a:ln w="13970">
            <a:solidFill>
              <a:srgbClr val="1F6FB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43000" y="83088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6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visible = terminé  ·  Reloj visible = necesito tiempo</a:t>
            </a:r>
            <a:endParaRPr lang="en-US" sz="1130" dirty="0"/>
          </a:p>
        </p:txBody>
      </p:sp>
      <p:sp>
        <p:nvSpPr>
          <p:cNvPr id="92" name="Text 90"/>
          <p:cNvSpPr/>
          <p:nvPr/>
        </p:nvSpPr>
        <p:spPr>
          <a:xfrm>
            <a:off x="457200" y="97017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PESTAÑA PARA PEGAR / CINTA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80</Words>
  <Application>Microsoft Macintosh PowerPoint</Application>
  <PresentationFormat>Personalizado</PresentationFormat>
  <Paragraphs>15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Microsoft Office User</cp:lastModifiedBy>
  <cp:revision>3</cp:revision>
  <cp:lastPrinted>2026-09-02T17:25:28Z</cp:lastPrinted>
  <dcterms:created xsi:type="dcterms:W3CDTF">2026-09-02T15:16:53Z</dcterms:created>
  <dcterms:modified xsi:type="dcterms:W3CDTF">2026-09-02T17:25:30Z</dcterms:modified>
</cp:coreProperties>
</file>